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384B-D3FA-B738-AAFB-E13E7FA30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21570-BF7D-37EF-0665-A417967DA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E392E-0C5F-6471-9D07-33A38A04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4505C-C11E-AD01-3C83-6138791A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E8848-EFA4-CEB0-B2BD-E21E0EA7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08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5F40-7C42-F780-3A12-DA1A4E94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C359-7FA2-0AB3-6467-60572898E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DF6CB-7EB0-07E1-9415-2D50325D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59E6-4D5D-8381-9D90-3CA9A4EA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2FE41-D016-210A-7F59-443E7433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0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7D79-D77C-BA7C-02BD-67BE5D52B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E5DA3-EDDC-9371-9FE7-9DC65B03C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6464B-529D-34C6-E871-255AB0E1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D97CF-75F0-4AAB-8A09-8C0B67DE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A42E1-D52D-9514-A053-E7295D1E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51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CEC2-CDC5-89FD-C0D3-080DD166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49A3F-525E-1ADE-5B48-9B673BE86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912F2-F32D-C623-DFFC-6E0B5C316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570E4-6EF2-45B6-6D98-1C68F3C3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1DC8B-DFD0-7D46-55BA-965318F7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209D5-328F-B251-9E28-00EF5E51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1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48A1-F199-0548-B0C0-172E2F29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B16D8-A546-76D3-1116-E74483D9D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716C-6F68-4724-4742-F02A4727D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C14EF-9236-A295-50A6-D725D3B14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5951-F1FE-8A52-69A5-2A1497DCE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FAD19-D629-CB59-62FF-2707EFD0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E6D50-B1F7-DDC9-39D4-BE6FFCFE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1AE24-A1D0-7B07-EA16-3BF9B21C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05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09E5-299E-612A-65ED-C7BB4DCA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79398-5F44-C7C9-A679-B653EAD9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5BCF9-905F-1B08-2C0A-353FAF83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8E1E6-76D7-450A-5AD3-245BF37B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06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BA28C-00E7-5DD7-2A52-6D6B642C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69219-927C-0EF1-8AFA-9ABC07E6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A618-0A46-B402-512D-24057C02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53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948C-FCB5-2A84-0E18-C8083709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36AB-D494-BDF3-63EE-28F65D2D2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ADF45-EF0A-CF09-14E7-52D2A49CF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9D4D0-CDE3-1BD2-410A-8C53FA42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31EF-0A19-17F6-E1FB-B3617F02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54257-B4D6-A4EC-D423-8B5CF4F8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92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17EF-D1B7-1AC5-46FE-0F3C98D8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A84C2-E58C-6C69-33D0-47E3CC6DB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FE31D-0756-29EC-5C45-2C2B28707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818A0-47E6-EE87-00D6-8720C790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30DEC-1FBB-610D-DBED-E9AA5605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73B8D-BB56-08E3-F49A-5EA5420D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841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E4DF-B0EC-5FE1-C943-C1082E5B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31D3-2496-E427-64C9-72F00BCF2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2C5BB-4A10-DA64-E17B-5BCC842A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8680-025C-C13D-3285-8DE4533D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46CF6-FEFD-6083-20D2-55B72FD0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8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3BA38-1F7D-EEA7-6A62-E6661613A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34E3A-9EDC-48BE-C72F-E60573564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17D4D-1853-73E2-85A4-2F0D9285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8F69E-9BC5-683E-3E5F-866DE5C9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BE80F-B29A-C659-EEAF-26DA54FC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291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EBD9F-3F64-80C7-06F7-CDC2EDF33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DD780-B20F-6824-5B29-8B1E02C27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938A6-FB76-8DE2-4B62-AEA03F3A7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58905-B1BB-4A76-9272-839E405EA838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B58B0-1B24-41D0-034E-EA591B731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B16DD-3584-9480-89A5-84AF86875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2EC03-0E19-417F-A552-C2804F3B4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68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80C0C0-222F-F6D2-1E0D-2DE6CB73F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3" y="4748784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C1E65-46A4-607A-F241-AADC05C93C79}"/>
              </a:ext>
            </a:extLst>
          </p:cNvPr>
          <p:cNvSpPr txBox="1"/>
          <p:nvPr/>
        </p:nvSpPr>
        <p:spPr>
          <a:xfrm>
            <a:off x="2263751" y="5370576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Cognito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Authentication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EC28FD-115F-D3E0-97BD-53EEE40D8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208" y="2970853"/>
            <a:ext cx="609600" cy="60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423AC7-83BD-DBFC-202A-5E9F74189E0E}"/>
              </a:ext>
            </a:extLst>
          </p:cNvPr>
          <p:cNvSpPr txBox="1"/>
          <p:nvPr/>
        </p:nvSpPr>
        <p:spPr>
          <a:xfrm>
            <a:off x="5045824" y="3568261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EAFC32-8361-F497-CCBF-7FEF6E7EB8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208" y="4739640"/>
            <a:ext cx="609600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6D0FAB-6A41-2A68-2473-400921780443}"/>
              </a:ext>
            </a:extLst>
          </p:cNvPr>
          <p:cNvSpPr txBox="1"/>
          <p:nvPr/>
        </p:nvSpPr>
        <p:spPr>
          <a:xfrm>
            <a:off x="4661905" y="5350950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Polly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Text to Speech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63B5DF-02B1-01B7-B5C8-B482E4C34F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208" y="1202619"/>
            <a:ext cx="609600" cy="609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70253F6-038E-302E-D2F6-730E356EDDD2}"/>
              </a:ext>
            </a:extLst>
          </p:cNvPr>
          <p:cNvSpPr txBox="1"/>
          <p:nvPr/>
        </p:nvSpPr>
        <p:spPr>
          <a:xfrm>
            <a:off x="4512024" y="1806008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Transcribe</a:t>
            </a:r>
            <a:endParaRPr lang="en-GB" sz="1200" i="1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Speech to Text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26013C-39C4-8EC2-B55C-E9A5D1119C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043" y="1962873"/>
            <a:ext cx="609600" cy="60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D3D3399-A63C-F246-ADDE-E3D3406E6ADA}"/>
              </a:ext>
            </a:extLst>
          </p:cNvPr>
          <p:cNvSpPr txBox="1"/>
          <p:nvPr/>
        </p:nvSpPr>
        <p:spPr>
          <a:xfrm>
            <a:off x="6885331" y="2572473"/>
            <a:ext cx="1443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Bedrock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Analyse Transcript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(Nova Lite)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4AA8FF6-40DA-23C2-DA86-0377EA373D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094" y="5008927"/>
            <a:ext cx="609600" cy="609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46C38C1-2B6E-FE24-266D-6FE1005FF595}"/>
              </a:ext>
            </a:extLst>
          </p:cNvPr>
          <p:cNvSpPr txBox="1"/>
          <p:nvPr/>
        </p:nvSpPr>
        <p:spPr>
          <a:xfrm>
            <a:off x="8746998" y="5618527"/>
            <a:ext cx="162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</a:t>
            </a:r>
            <a:r>
              <a:rPr lang="en-GB" sz="12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Cloudwatch</a:t>
            </a:r>
            <a:endParaRPr lang="en-GB" sz="12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Logs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43057F-2680-692F-DB24-B7CBDA1595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3" y="2970853"/>
            <a:ext cx="609600" cy="609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8E4F2ED-AF66-9C5D-5104-7F9551A7DD9D}"/>
              </a:ext>
            </a:extLst>
          </p:cNvPr>
          <p:cNvSpPr txBox="1"/>
          <p:nvPr/>
        </p:nvSpPr>
        <p:spPr>
          <a:xfrm>
            <a:off x="2147534" y="3564566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CloudFront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5DFC61D-4AE0-C88D-B092-74A2755DC7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3" y="1159694"/>
            <a:ext cx="609600" cy="609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0D6BC97-7F83-B22C-E080-C86D8B0A432A}"/>
              </a:ext>
            </a:extLst>
          </p:cNvPr>
          <p:cNvSpPr txBox="1"/>
          <p:nvPr/>
        </p:nvSpPr>
        <p:spPr>
          <a:xfrm>
            <a:off x="2420045" y="1806008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Static assets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0111B7D-01E8-87FD-83B4-8928D2E077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043" y="3702889"/>
            <a:ext cx="609600" cy="609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E153245-68EE-1D45-2A66-9E462AE51C41}"/>
              </a:ext>
            </a:extLst>
          </p:cNvPr>
          <p:cNvSpPr txBox="1"/>
          <p:nvPr/>
        </p:nvSpPr>
        <p:spPr>
          <a:xfrm>
            <a:off x="6453322" y="4362596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DynamoDB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Students, Schools, Transcripts,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Sessions</a:t>
            </a:r>
          </a:p>
        </p:txBody>
      </p:sp>
      <p:pic>
        <p:nvPicPr>
          <p:cNvPr id="38" name="Graphic 37" descr="Users outline">
            <a:extLst>
              <a:ext uri="{FF2B5EF4-FFF2-40B4-BE49-F238E27FC236}">
                <a16:creationId xmlns:a16="http://schemas.microsoft.com/office/drawing/2014/main" id="{2F2EFFA6-991B-763C-14C4-321A1CA29D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1398" y="2820346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3F186B1-2C1F-DEDE-4F99-6DE2B1B37E92}"/>
              </a:ext>
            </a:extLst>
          </p:cNvPr>
          <p:cNvSpPr txBox="1"/>
          <p:nvPr/>
        </p:nvSpPr>
        <p:spPr>
          <a:xfrm>
            <a:off x="462247" y="3504044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Students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5996DA-D823-7964-C619-56C6FC2874CC}"/>
              </a:ext>
            </a:extLst>
          </p:cNvPr>
          <p:cNvSpPr/>
          <p:nvPr/>
        </p:nvSpPr>
        <p:spPr>
          <a:xfrm>
            <a:off x="1633610" y="738862"/>
            <a:ext cx="9014504" cy="55613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ysClr val="windowText" lastClr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Cloud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5AC8E01F-A704-C3EC-4756-1C4D6851A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643527" y="738862"/>
            <a:ext cx="381000" cy="381000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D1DCC93-9FAA-2EC6-D14C-E5BFBBF638BE}"/>
              </a:ext>
            </a:extLst>
          </p:cNvPr>
          <p:cNvCxnSpPr>
            <a:cxnSpLocks/>
            <a:stCxn id="38" idx="3"/>
            <a:endCxn id="25" idx="1"/>
          </p:cNvCxnSpPr>
          <p:nvPr/>
        </p:nvCxnSpPr>
        <p:spPr>
          <a:xfrm flipV="1">
            <a:off x="1335798" y="3275653"/>
            <a:ext cx="1296575" cy="1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E5B7462-E8DE-D8AA-87B9-7579CB596438}"/>
              </a:ext>
            </a:extLst>
          </p:cNvPr>
          <p:cNvCxnSpPr>
            <a:stCxn id="25" idx="0"/>
            <a:endCxn id="31" idx="2"/>
          </p:cNvCxnSpPr>
          <p:nvPr/>
        </p:nvCxnSpPr>
        <p:spPr>
          <a:xfrm flipV="1">
            <a:off x="2937173" y="2267673"/>
            <a:ext cx="1" cy="703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F77DFC7-0375-B474-6FDF-388EF63985BA}"/>
              </a:ext>
            </a:extLst>
          </p:cNvPr>
          <p:cNvCxnSpPr>
            <a:stCxn id="26" idx="2"/>
            <a:endCxn id="5" idx="0"/>
          </p:cNvCxnSpPr>
          <p:nvPr/>
        </p:nvCxnSpPr>
        <p:spPr>
          <a:xfrm>
            <a:off x="2937173" y="3841565"/>
            <a:ext cx="0" cy="907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868F3A0-3F90-5E89-5141-8F9F2E78D11D}"/>
              </a:ext>
            </a:extLst>
          </p:cNvPr>
          <p:cNvCxnSpPr>
            <a:stCxn id="25" idx="3"/>
            <a:endCxn id="8" idx="1"/>
          </p:cNvCxnSpPr>
          <p:nvPr/>
        </p:nvCxnSpPr>
        <p:spPr>
          <a:xfrm>
            <a:off x="3241973" y="3275653"/>
            <a:ext cx="1725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9F4D71-7408-211D-AE96-733AFFF9F0B4}"/>
              </a:ext>
            </a:extLst>
          </p:cNvPr>
          <p:cNvCxnSpPr>
            <a:stCxn id="8" idx="0"/>
            <a:endCxn id="17" idx="2"/>
          </p:cNvCxnSpPr>
          <p:nvPr/>
        </p:nvCxnSpPr>
        <p:spPr>
          <a:xfrm flipV="1">
            <a:off x="5272008" y="2267673"/>
            <a:ext cx="0" cy="703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A6A2067-8952-B085-5903-2BFE814D7DC5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272008" y="3845260"/>
            <a:ext cx="0" cy="894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3109819-C5B3-D14A-67F5-33AF06B9696F}"/>
              </a:ext>
            </a:extLst>
          </p:cNvPr>
          <p:cNvCxnSpPr>
            <a:stCxn id="8" idx="3"/>
            <a:endCxn id="19" idx="1"/>
          </p:cNvCxnSpPr>
          <p:nvPr/>
        </p:nvCxnSpPr>
        <p:spPr>
          <a:xfrm flipV="1">
            <a:off x="5576808" y="2267673"/>
            <a:ext cx="1725235" cy="10079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F6448E46-269D-B389-20C0-F1AB004EB92D}"/>
              </a:ext>
            </a:extLst>
          </p:cNvPr>
          <p:cNvCxnSpPr>
            <a:stCxn id="8" idx="3"/>
            <a:endCxn id="33" idx="1"/>
          </p:cNvCxnSpPr>
          <p:nvPr/>
        </p:nvCxnSpPr>
        <p:spPr>
          <a:xfrm>
            <a:off x="5576808" y="3275653"/>
            <a:ext cx="1725235" cy="7320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078CE92-1C1E-A882-A148-65A8E433527E}"/>
              </a:ext>
            </a:extLst>
          </p:cNvPr>
          <p:cNvSpPr txBox="1"/>
          <p:nvPr/>
        </p:nvSpPr>
        <p:spPr>
          <a:xfrm>
            <a:off x="4938112" y="2502843"/>
            <a:ext cx="697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Streams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A4A4E5-ABE9-B63D-2E7F-22C141C5CBAE}"/>
              </a:ext>
            </a:extLst>
          </p:cNvPr>
          <p:cNvSpPr txBox="1"/>
          <p:nvPr/>
        </p:nvSpPr>
        <p:spPr>
          <a:xfrm>
            <a:off x="3742239" y="3034314"/>
            <a:ext cx="697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Streams</a:t>
            </a:r>
          </a:p>
        </p:txBody>
      </p:sp>
      <p:pic>
        <p:nvPicPr>
          <p:cNvPr id="1026" name="Picture 2" descr="Salesforce Logo - Salesforce">
            <a:extLst>
              <a:ext uri="{FF2B5EF4-FFF2-40B4-BE49-F238E27FC236}">
                <a16:creationId xmlns:a16="http://schemas.microsoft.com/office/drawing/2014/main" id="{FF05F16F-2E7D-6CEA-367E-786E7B706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800" y="2764453"/>
            <a:ext cx="1498200" cy="8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Quick Suite - YouTube">
            <a:extLst>
              <a:ext uri="{FF2B5EF4-FFF2-40B4-BE49-F238E27FC236}">
                <a16:creationId xmlns:a16="http://schemas.microsoft.com/office/drawing/2014/main" id="{0C9705A2-3F3C-395E-7615-12738F9B6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020" y="1119862"/>
            <a:ext cx="900754" cy="90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F3BAF76-BC90-0A9C-25E6-16736F700369}"/>
              </a:ext>
            </a:extLst>
          </p:cNvPr>
          <p:cNvSpPr txBox="1"/>
          <p:nvPr/>
        </p:nvSpPr>
        <p:spPr>
          <a:xfrm>
            <a:off x="8974148" y="1864366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Quick Suite</a:t>
            </a:r>
            <a:endParaRPr lang="en-GB" sz="1200" i="1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Reports</a:t>
            </a:r>
          </a:p>
        </p:txBody>
      </p:sp>
      <p:pic>
        <p:nvPicPr>
          <p:cNvPr id="68" name="Graphic 67" descr="Male profile outline">
            <a:extLst>
              <a:ext uri="{FF2B5EF4-FFF2-40B4-BE49-F238E27FC236}">
                <a16:creationId xmlns:a16="http://schemas.microsoft.com/office/drawing/2014/main" id="{390380BC-8104-D9D0-916F-BC47CAFC46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64826" y="1202766"/>
            <a:ext cx="714387" cy="714387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4A4ACF4D-CAD7-0B69-96F8-884258F40206}"/>
              </a:ext>
            </a:extLst>
          </p:cNvPr>
          <p:cNvSpPr txBox="1"/>
          <p:nvPr/>
        </p:nvSpPr>
        <p:spPr>
          <a:xfrm>
            <a:off x="10639299" y="1962873"/>
            <a:ext cx="1537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Admins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View/Query Reports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E11163F-4D01-3855-A0FA-D5A08DB3519F}"/>
              </a:ext>
            </a:extLst>
          </p:cNvPr>
          <p:cNvCxnSpPr>
            <a:cxnSpLocks/>
            <a:endCxn id="1030" idx="3"/>
          </p:cNvCxnSpPr>
          <p:nvPr/>
        </p:nvCxnSpPr>
        <p:spPr>
          <a:xfrm flipH="1" flipV="1">
            <a:off x="10219774" y="1570239"/>
            <a:ext cx="795675" cy="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A69F7FDD-93F9-B944-E3D5-743331FFF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077" y="3716458"/>
            <a:ext cx="609600" cy="6096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DCFFFCA4-9EC8-B7E9-CE80-8CFE9C7DEB96}"/>
              </a:ext>
            </a:extLst>
          </p:cNvPr>
          <p:cNvSpPr txBox="1"/>
          <p:nvPr/>
        </p:nvSpPr>
        <p:spPr>
          <a:xfrm>
            <a:off x="9013148" y="4386587"/>
            <a:ext cx="124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ECS</a:t>
            </a:r>
          </a:p>
          <a:p>
            <a:pPr algn="ctr"/>
            <a:r>
              <a:rPr lang="en-GB" sz="12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Batch Analytics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E9754F6-3F56-75E2-D611-579B0C0F3AC9}"/>
              </a:ext>
            </a:extLst>
          </p:cNvPr>
          <p:cNvCxnSpPr>
            <a:stCxn id="79" idx="1"/>
            <a:endCxn id="33" idx="3"/>
          </p:cNvCxnSpPr>
          <p:nvPr/>
        </p:nvCxnSpPr>
        <p:spPr>
          <a:xfrm flipH="1" flipV="1">
            <a:off x="7911643" y="4007689"/>
            <a:ext cx="1420434" cy="13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1C4988E3-C1BC-E483-7045-B763F336EC1A}"/>
              </a:ext>
            </a:extLst>
          </p:cNvPr>
          <p:cNvCxnSpPr>
            <a:stCxn id="33" idx="0"/>
            <a:endCxn id="66" idx="2"/>
          </p:cNvCxnSpPr>
          <p:nvPr/>
        </p:nvCxnSpPr>
        <p:spPr>
          <a:xfrm rot="5400000" flipH="1" flipV="1">
            <a:off x="7999691" y="1933183"/>
            <a:ext cx="1376858" cy="2162555"/>
          </a:xfrm>
          <a:prstGeom prst="bentConnector3">
            <a:avLst>
              <a:gd name="adj1" fmla="val 18786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6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Amazon Ember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Stephen, Dantis</dc:creator>
  <cp:lastModifiedBy>Stephen, Dantis</cp:lastModifiedBy>
  <cp:revision>1</cp:revision>
  <dcterms:created xsi:type="dcterms:W3CDTF">2026-01-14T11:44:08Z</dcterms:created>
  <dcterms:modified xsi:type="dcterms:W3CDTF">2026-01-14T13:13:09Z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2026-01-14T13:12:55Z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0e3106ea-2158-45cd-adcd-a486506f0688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